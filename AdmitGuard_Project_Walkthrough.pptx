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73" r:id="rId16"/>
    <p:sldId id="274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Jojy" userId="72dd7387cb5c6f15" providerId="LiveId" clId="{79058774-87F5-4824-AE56-54CF6969474F}"/>
    <pc:docChg chg="custSel delSld modSld">
      <pc:chgData name="Jacob Jojy" userId="72dd7387cb5c6f15" providerId="LiveId" clId="{79058774-87F5-4824-AE56-54CF6969474F}" dt="2026-03-12T07:12:47.229" v="33" actId="47"/>
      <pc:docMkLst>
        <pc:docMk/>
      </pc:docMkLst>
      <pc:sldChg chg="delSp modSp mod">
        <pc:chgData name="Jacob Jojy" userId="72dd7387cb5c6f15" providerId="LiveId" clId="{79058774-87F5-4824-AE56-54CF6969474F}" dt="2026-03-12T07:04:04.354" v="4" actId="478"/>
        <pc:sldMkLst>
          <pc:docMk/>
          <pc:sldMk cId="0" sldId="256"/>
        </pc:sldMkLst>
        <pc:spChg chg="del mod">
          <ac:chgData name="Jacob Jojy" userId="72dd7387cb5c6f15" providerId="LiveId" clId="{79058774-87F5-4824-AE56-54CF6969474F}" dt="2026-03-12T07:04:01.765" v="3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Jacob Jojy" userId="72dd7387cb5c6f15" providerId="LiveId" clId="{79058774-87F5-4824-AE56-54CF6969474F}" dt="2026-03-12T07:04:04.354" v="4" actId="478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Jacob Jojy" userId="72dd7387cb5c6f15" providerId="LiveId" clId="{79058774-87F5-4824-AE56-54CF6969474F}" dt="2026-03-12T07:04:28.729" v="14" actId="20577"/>
        <pc:sldMkLst>
          <pc:docMk/>
          <pc:sldMk cId="0" sldId="257"/>
        </pc:sldMkLst>
        <pc:spChg chg="mod">
          <ac:chgData name="Jacob Jojy" userId="72dd7387cb5c6f15" providerId="LiveId" clId="{79058774-87F5-4824-AE56-54CF6969474F}" dt="2026-03-12T07:04:28.729" v="14" actId="20577"/>
          <ac:spMkLst>
            <pc:docMk/>
            <pc:sldMk cId="0" sldId="257"/>
            <ac:spMk id="15" creationId="{00000000-0000-0000-0000-000000000000}"/>
          </ac:spMkLst>
        </pc:spChg>
      </pc:sldChg>
      <pc:sldChg chg="delSp mod">
        <pc:chgData name="Jacob Jojy" userId="72dd7387cb5c6f15" providerId="LiveId" clId="{79058774-87F5-4824-AE56-54CF6969474F}" dt="2026-03-12T07:05:16.619" v="15" actId="478"/>
        <pc:sldMkLst>
          <pc:docMk/>
          <pc:sldMk cId="0" sldId="264"/>
        </pc:sldMkLst>
        <pc:spChg chg="del">
          <ac:chgData name="Jacob Jojy" userId="72dd7387cb5c6f15" providerId="LiveId" clId="{79058774-87F5-4824-AE56-54CF6969474F}" dt="2026-03-12T07:05:16.619" v="15" actId="478"/>
          <ac:spMkLst>
            <pc:docMk/>
            <pc:sldMk cId="0" sldId="264"/>
            <ac:spMk id="5" creationId="{00000000-0000-0000-0000-000000000000}"/>
          </ac:spMkLst>
        </pc:spChg>
      </pc:sldChg>
      <pc:sldChg chg="delSp modSp mod">
        <pc:chgData name="Jacob Jojy" userId="72dd7387cb5c6f15" providerId="LiveId" clId="{79058774-87F5-4824-AE56-54CF6969474F}" dt="2026-03-12T07:06:10.851" v="22" actId="14100"/>
        <pc:sldMkLst>
          <pc:docMk/>
          <pc:sldMk cId="0" sldId="265"/>
        </pc:sldMkLst>
        <pc:spChg chg="mod">
          <ac:chgData name="Jacob Jojy" userId="72dd7387cb5c6f15" providerId="LiveId" clId="{79058774-87F5-4824-AE56-54CF6969474F}" dt="2026-03-12T07:06:07.133" v="21" actId="14100"/>
          <ac:spMkLst>
            <pc:docMk/>
            <pc:sldMk cId="0" sldId="265"/>
            <ac:spMk id="5" creationId="{00000000-0000-0000-0000-000000000000}"/>
          </ac:spMkLst>
        </pc:spChg>
        <pc:spChg chg="mod">
          <ac:chgData name="Jacob Jojy" userId="72dd7387cb5c6f15" providerId="LiveId" clId="{79058774-87F5-4824-AE56-54CF6969474F}" dt="2026-03-12T07:06:10.851" v="22" actId="14100"/>
          <ac:spMkLst>
            <pc:docMk/>
            <pc:sldMk cId="0" sldId="265"/>
            <ac:spMk id="7" creationId="{00000000-0000-0000-0000-000000000000}"/>
          </ac:spMkLst>
        </pc:spChg>
        <pc:spChg chg="del">
          <ac:chgData name="Jacob Jojy" userId="72dd7387cb5c6f15" providerId="LiveId" clId="{79058774-87F5-4824-AE56-54CF6969474F}" dt="2026-03-12T07:05:52.080" v="17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Jacob Jojy" userId="72dd7387cb5c6f15" providerId="LiveId" clId="{79058774-87F5-4824-AE56-54CF6969474F}" dt="2026-03-12T07:05:58.765" v="19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Jacob Jojy" userId="72dd7387cb5c6f15" providerId="LiveId" clId="{79058774-87F5-4824-AE56-54CF6969474F}" dt="2026-03-12T07:05:55.899" v="18" actId="478"/>
          <ac:spMkLst>
            <pc:docMk/>
            <pc:sldMk cId="0" sldId="265"/>
            <ac:spMk id="10" creationId="{00000000-0000-0000-0000-000000000000}"/>
          </ac:spMkLst>
        </pc:spChg>
        <pc:spChg chg="del mod">
          <ac:chgData name="Jacob Jojy" userId="72dd7387cb5c6f15" providerId="LiveId" clId="{79058774-87F5-4824-AE56-54CF6969474F}" dt="2026-03-12T07:06:02.121" v="20" actId="478"/>
          <ac:spMkLst>
            <pc:docMk/>
            <pc:sldMk cId="0" sldId="265"/>
            <ac:spMk id="11" creationId="{00000000-0000-0000-0000-000000000000}"/>
          </ac:spMkLst>
        </pc:spChg>
      </pc:sldChg>
      <pc:sldChg chg="modSp mod">
        <pc:chgData name="Jacob Jojy" userId="72dd7387cb5c6f15" providerId="LiveId" clId="{79058774-87F5-4824-AE56-54CF6969474F}" dt="2026-03-12T07:06:27.522" v="24" actId="1036"/>
        <pc:sldMkLst>
          <pc:docMk/>
          <pc:sldMk cId="0" sldId="267"/>
        </pc:sldMkLst>
        <pc:spChg chg="mod">
          <ac:chgData name="Jacob Jojy" userId="72dd7387cb5c6f15" providerId="LiveId" clId="{79058774-87F5-4824-AE56-54CF6969474F}" dt="2026-03-12T07:06:27.522" v="24" actId="1036"/>
          <ac:spMkLst>
            <pc:docMk/>
            <pc:sldMk cId="0" sldId="267"/>
            <ac:spMk id="4" creationId="{00000000-0000-0000-0000-000000000000}"/>
          </ac:spMkLst>
        </pc:spChg>
      </pc:sldChg>
      <pc:sldChg chg="modSp del mod">
        <pc:chgData name="Jacob Jojy" userId="72dd7387cb5c6f15" providerId="LiveId" clId="{79058774-87F5-4824-AE56-54CF6969474F}" dt="2026-03-12T07:12:47.229" v="33" actId="47"/>
        <pc:sldMkLst>
          <pc:docMk/>
          <pc:sldMk cId="0" sldId="268"/>
        </pc:sldMkLst>
        <pc:spChg chg="mod">
          <ac:chgData name="Jacob Jojy" userId="72dd7387cb5c6f15" providerId="LiveId" clId="{79058774-87F5-4824-AE56-54CF6969474F}" dt="2026-03-12T07:06:46.308" v="27" actId="1036"/>
          <ac:spMkLst>
            <pc:docMk/>
            <pc:sldMk cId="0" sldId="268"/>
            <ac:spMk id="2" creationId="{00000000-0000-0000-0000-000000000000}"/>
          </ac:spMkLst>
        </pc:spChg>
        <pc:spChg chg="mod">
          <ac:chgData name="Jacob Jojy" userId="72dd7387cb5c6f15" providerId="LiveId" clId="{79058774-87F5-4824-AE56-54CF6969474F}" dt="2026-03-12T07:06:42.743" v="25" actId="6549"/>
          <ac:spMkLst>
            <pc:docMk/>
            <pc:sldMk cId="0" sldId="268"/>
            <ac:spMk id="5" creationId="{00000000-0000-0000-0000-000000000000}"/>
          </ac:spMkLst>
        </pc:spChg>
      </pc:sldChg>
      <pc:sldChg chg="del">
        <pc:chgData name="Jacob Jojy" userId="72dd7387cb5c6f15" providerId="LiveId" clId="{79058774-87F5-4824-AE56-54CF6969474F}" dt="2026-03-12T07:12:39.125" v="32" actId="47"/>
        <pc:sldMkLst>
          <pc:docMk/>
          <pc:sldMk cId="0" sldId="269"/>
        </pc:sldMkLst>
      </pc:sldChg>
      <pc:sldChg chg="del">
        <pc:chgData name="Jacob Jojy" userId="72dd7387cb5c6f15" providerId="LiveId" clId="{79058774-87F5-4824-AE56-54CF6969474F}" dt="2026-03-12T07:12:35.177" v="31" actId="47"/>
        <pc:sldMkLst>
          <pc:docMk/>
          <pc:sldMk cId="0" sldId="270"/>
        </pc:sldMkLst>
      </pc:sldChg>
      <pc:sldChg chg="modSp mod">
        <pc:chgData name="Jacob Jojy" userId="72dd7387cb5c6f15" providerId="LiveId" clId="{79058774-87F5-4824-AE56-54CF6969474F}" dt="2026-03-12T07:12:09.968" v="30" actId="20577"/>
        <pc:sldMkLst>
          <pc:docMk/>
          <pc:sldMk cId="0" sldId="272"/>
        </pc:sldMkLst>
        <pc:spChg chg="mod">
          <ac:chgData name="Jacob Jojy" userId="72dd7387cb5c6f15" providerId="LiveId" clId="{79058774-87F5-4824-AE56-54CF6969474F}" dt="2026-03-12T07:12:09.968" v="30" actId="20577"/>
          <ac:spMkLst>
            <pc:docMk/>
            <pc:sldMk cId="0" sldId="272"/>
            <ac:spMk id="3" creationId="{00000000-0000-0000-0000-000000000000}"/>
          </ac:spMkLst>
        </pc:spChg>
      </pc:sldChg>
      <pc:sldChg chg="delSp del mod">
        <pc:chgData name="Jacob Jojy" userId="72dd7387cb5c6f15" providerId="LiveId" clId="{79058774-87F5-4824-AE56-54CF6969474F}" dt="2026-03-12T07:11:46.066" v="29" actId="47"/>
        <pc:sldMkLst>
          <pc:docMk/>
          <pc:sldMk cId="0" sldId="275"/>
        </pc:sldMkLst>
        <pc:spChg chg="del">
          <ac:chgData name="Jacob Jojy" userId="72dd7387cb5c6f15" providerId="LiveId" clId="{79058774-87F5-4824-AE56-54CF6969474F}" dt="2026-03-12T07:11:39.062" v="28" actId="478"/>
          <ac:spMkLst>
            <pc:docMk/>
            <pc:sldMk cId="0" sldId="275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E67E22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ADMITGUARD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Data Validation &amp; Compliance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274320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rgbClr val="242B4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our actual admission operations. Not a textbook exercise. The failures described here cost real time and real money.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560320"/>
            <a:ext cx="7680960" cy="1005840"/>
          </a:xfrm>
          <a:prstGeom prst="rect">
            <a:avLst/>
          </a:prstGeom>
          <a:solidFill>
            <a:srgbClr val="242B4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889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 Project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9164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 a working app using Google AI Studio. You describe what you want, AI generates the code. Your prompts are your weapon.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749040"/>
            <a:ext cx="7680960" cy="1005840"/>
          </a:xfrm>
          <a:prstGeom prst="rect">
            <a:avLst/>
          </a:prstGeom>
          <a:solidFill>
            <a:srgbClr val="242B4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776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FLC Review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present a Solution Proposal to a strict FLC leader. Not your classmates. Not a friendly demo. A professional pitch.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36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0" y="24688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operational failure from our admission pipeline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Admission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88720" cy="82296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55648" y="1188720"/>
            <a:ext cx="1188720" cy="82296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55648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44368" y="118872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45536" y="1188720"/>
            <a:ext cx="1188720" cy="82296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45536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34256" y="118872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35424" y="1188720"/>
            <a:ext cx="1188720" cy="82296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35424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24144" y="118872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25312" y="1188720"/>
            <a:ext cx="1188720" cy="822960"/>
          </a:xfrm>
          <a:prstGeom prst="rect">
            <a:avLst/>
          </a:prstGeom>
          <a:solidFill>
            <a:srgbClr val="E74C3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25312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14032" y="118872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0" y="1188720"/>
            <a:ext cx="1188720" cy="822960"/>
          </a:xfrm>
          <a:prstGeom prst="rect">
            <a:avLst/>
          </a:prstGeom>
          <a:solidFill>
            <a:srgbClr val="27AE6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0080" y="2468880"/>
            <a:ext cx="54864" cy="5486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Candidates who don't meet eligibility only get caught at Document Verification — after everyone's time is already spent.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went wrong: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611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goes into a Google Sheet with zero validation — anyone can type anything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Salespeople and ops staff aren't always aware of IIT eligibility criteria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compound silently — ineligible candidates reach the interview stage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exist (borderline cases) but aren't tracked or documented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change between cohorts — current Excel setup makes updates painful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6576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hrs/cohort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325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on ineligible candidates who should have been filtered earlier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6576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325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doc verification stage — after company and candidate have invested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6576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1546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exceptions and overrides — no way to know who approved what and why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36576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0292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exposure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1546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 with institutional partners when process isn't documented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36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MISSION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0" y="24688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prevents this from happening again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You're Building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Form-based entry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3000" y="1371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unstructured Excel with a form that enforces eligibility rules at the point of data entry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430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924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validation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49240" y="1371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submission until all mandatory conditions are satisfied — real-time, inline, no workarounds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143000" y="2651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soft rule is violated, require a structured rationale with specific keywords before allowing override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42316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4924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Configurable rules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349240" y="2651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stored as JSON config — operations team can update eligibility criteria without touching code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0332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143000" y="3931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logged with timestamp, field values, exceptions used, and flagged status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703320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4924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Lightweight &amp; deployable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5349240" y="3931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heavy infrastructure. Client-side app that can be shared via a link.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Eligibility Rules: Two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5029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789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RULES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164592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Min 2 chars, no numbers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Valid format, unique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10 digits, starts with 6/7/8/9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Qualification: Must select from dropdown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Interview: "Rejected" → blocks submission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Aadhaar: Exactly 12 digits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Letter: Only if interview cleared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tolerance. No overrides.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749040" cy="5029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789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RULES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0" y="16459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Must be 18–35 years old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Year: 2015–2025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Percentage: ≥ 60% (or CGPA ≥ 6.0)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Test: ≥ 40 out of 100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2920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allowed IF: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029200" y="32004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toggles "Request Exception"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≥ 30 characters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contain: "approved by", "special case",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"documentation pending", or "waiver granted"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 exceptions → flagged for manager review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36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 BUILD IT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Coding: The 60-Second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79" y="1371600"/>
            <a:ext cx="525428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you want in plain English. AI generates the code. You iterate through conversation — refining, fixing, adding features. No syntax knowledge required to start.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primary 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79" y="3017520"/>
            <a:ext cx="50714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→ Build Mode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app → AI builds it → You refine with follow-up prompts or Annotation Mode (point-and-click editing).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Engineering: Your Superpower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R.I.C.E.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who it 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5212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0" y="1280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senior frontend developer building an internal business tool."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building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194560"/>
            <a:ext cx="5212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0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candidate admission form with 11 fields and real-time validation."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rules to follow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108960"/>
            <a:ext cx="5212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74720" y="3108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"Single page, card layout, no external frameworks, inline error messages."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good/bad cases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4023360"/>
            <a:ext cx="5212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74720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 phone: 9876543210. Invalid: 1234567890 (doesn't start with 6-9)."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iterate → refine → test edge cases → iterate again. One feature per prompt. Not everything at once.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Prompts: What Works vs What Doesn't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19908"/>
            <a:ext cx="3749040" cy="411480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69848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749040" cy="411480"/>
          </a:xfrm>
          <a:prstGeom prst="rect">
            <a:avLst/>
          </a:prstGeom>
          <a:solidFill>
            <a:srgbClr val="E8F8E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6984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1554480"/>
            <a:ext cx="374904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822960" y="1554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form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54880" y="1554480"/>
            <a:ext cx="374904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4937760" y="1554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11-field admission form with real-time inline validation and card-based layout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2423160"/>
            <a:ext cx="374904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822960" y="2423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2423160"/>
            <a:ext cx="374904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4937760" y="2423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strict validation: Phone must be exactly 10 digits starting with 6/7/8/9. Show inline red error.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40080" y="3291840"/>
            <a:ext cx="374904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822960" y="329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whole app with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at once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54880" y="3291840"/>
            <a:ext cx="374904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4937760" y="329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build the form structure with all fields.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add validations yet. We'll do that next.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0080" y="4160520"/>
            <a:ext cx="374904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822960" y="4160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look nice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54880" y="4160520"/>
            <a:ext cx="374904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4937760" y="4160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card layout with 16px padding,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accent color, and clear visual hierarchy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prompts are documented in GitHub and reviewed. They are part of your evaluation.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GitHub: Your Operating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 Structure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657600" cy="3291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admitguard-{name}/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research-notes.md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prompts/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prompt-01-foundation.md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prompt-02-strict.md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... (all 8 prompts)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  (app code)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config/rules.json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wireframe.png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presentation.pdf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sprint-log.md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Standards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 commits. Format: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74904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sprint-{N}: {what you did}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4688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sprint-0: project setup and research notes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sprint-1: base form with 11 fields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sprint-1: strict validation for all rules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sprint-2: soft rules with exception system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sprint-3: configurable rules engine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sprint-3: audit log with persistence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4206240"/>
            <a:ext cx="3749040" cy="457200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"update" is not a commit message.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Proposal to FLC Leadership — 5 min hard cutoff + Q&amp;A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Slide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313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2953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+ Screenshot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593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463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(clean → exception → flagged)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10312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463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2313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74320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463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Approach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2953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38328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463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Recommendation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94960" y="3593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solidFill>
            <a:srgbClr val="E67E22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Solution Proposal, not a project demo.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the business problem first. The FLC leader cares about whether you understood the pain, not how your UI looks.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Like a Professional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presenting as a solutions team, not students showing homework.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3054096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DON'T SAY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SAY INSTEAD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made this cool app"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developed a data validation system that addresses..."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assignment was to..."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business requirement was to..."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"Our teacher told us"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project scope included..."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"This is our project"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"This is our proposed solution"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coded this"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engineered this using AI-assisted development"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 works on my laptop"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prototype is deployed and accessible at [URL]"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"Any questions?"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recommend [next step]. Happy to discuss timeline."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You're Evaluated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score feeds into your initial banding (20% weight)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822960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00200" y="1188720"/>
            <a:ext cx="6903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83080" y="12070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Completeness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14996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Must Have features work?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822960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93852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00200" y="1938528"/>
            <a:ext cx="6903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783080" y="195681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Quality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22494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prompts structured, iterative, documented?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688336"/>
            <a:ext cx="822960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268833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00200" y="2688336"/>
            <a:ext cx="6903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783080" y="27066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&amp; Business Thinking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2999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delivery + understanding of problem + Q&amp;A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438144"/>
            <a:ext cx="822960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43814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600200" y="3438144"/>
            <a:ext cx="6903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783080" y="34564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Self-Directed Research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83080" y="3749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figure things out on your own?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187952"/>
            <a:ext cx="822960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41879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600200" y="4187952"/>
            <a:ext cx="6903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783080" y="4206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&amp; Process Discipline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83080" y="44988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sprint log, repo structure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2960" y="4663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6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"Self-Directed Research" is 15% — tonight's homework literally counts.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1295</Words>
  <Application>Microsoft Office PowerPoint</Application>
  <PresentationFormat>On-screen Show (16:9)</PresentationFormat>
  <Paragraphs>237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AdmitGuard — Week 1 Vibe Coding Challenge</dc:title>
  <dc:subject>PptxGenJS Presentation</dc:subject>
  <dc:creator>IIT Gandhinagar — AI-ML Program</dc:creator>
  <cp:lastModifiedBy>Jacob Jojy</cp:lastModifiedBy>
  <cp:revision>1</cp:revision>
  <dcterms:created xsi:type="dcterms:W3CDTF">2026-02-25T12:27:42Z</dcterms:created>
  <dcterms:modified xsi:type="dcterms:W3CDTF">2026-03-12T07:12:55Z</dcterms:modified>
</cp:coreProperties>
</file>